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6"/>
  </p:notesMasterIdLst>
  <p:sldIdLst>
    <p:sldId id="256" r:id="rId2"/>
    <p:sldId id="269" r:id="rId3"/>
    <p:sldId id="270" r:id="rId4"/>
    <p:sldId id="274" r:id="rId5"/>
  </p:sldIdLst>
  <p:sldSz cx="12192000" cy="6858000"/>
  <p:notesSz cx="6858000" cy="9144000"/>
  <p:embeddedFontLst>
    <p:embeddedFont>
      <p:font typeface="Montserrat" pitchFamily="2" charset="77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162">
          <p15:clr>
            <a:srgbClr val="A4A3A4"/>
          </p15:clr>
        </p15:guide>
        <p15:guide id="2" pos="960">
          <p15:clr>
            <a:srgbClr val="A4A3A4"/>
          </p15:clr>
        </p15:guide>
        <p15:guide id="3" pos="4815">
          <p15:clr>
            <a:srgbClr val="A4A3A4"/>
          </p15:clr>
        </p15:guide>
        <p15:guide id="4" orient="horz" pos="320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omas Lovato" initials="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9"/>
  </p:normalViewPr>
  <p:slideViewPr>
    <p:cSldViewPr snapToGrid="0">
      <p:cViewPr varScale="1">
        <p:scale>
          <a:sx n="105" d="100"/>
          <a:sy n="105" d="100"/>
        </p:scale>
        <p:origin x="744" y="192"/>
      </p:cViewPr>
      <p:guideLst>
        <p:guide orient="horz" pos="1162"/>
        <p:guide pos="960"/>
        <p:guide pos="4815"/>
        <p:guide orient="horz" pos="32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14T17:51:52.761" idx="4">
    <p:pos x="6000" y="0"/>
    <p:text>slides @giovanni.conti@cmcc.it
_Assigned to you_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b51410e66_1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2" name="Google Shape;242;g3fb51410e66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b51410e66_1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2" name="Google Shape;252;g3fb51410e66_1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2" name="Google Shape;292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One Section Slide">
  <p:cSld name="3_One Section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599016" y="575019"/>
            <a:ext cx="4876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15" name="Google Shape;15;p2"/>
          <p:cNvSpPr>
            <a:spLocks noGrp="1"/>
          </p:cNvSpPr>
          <p:nvPr>
            <p:ph type="pic" idx="2"/>
          </p:nvPr>
        </p:nvSpPr>
        <p:spPr>
          <a:xfrm>
            <a:off x="5783793" y="0"/>
            <a:ext cx="5798607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594733" y="3072977"/>
            <a:ext cx="4631139" cy="3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3"/>
          </p:nvPr>
        </p:nvSpPr>
        <p:spPr>
          <a:xfrm>
            <a:off x="594733" y="2656167"/>
            <a:ext cx="4634868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 sz="1250" b="1"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>
  <p:cSld name="Diapositiva tito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ctrTitle"/>
          </p:nvPr>
        </p:nvSpPr>
        <p:spPr>
          <a:xfrm>
            <a:off x="94210" y="174567"/>
            <a:ext cx="11809616" cy="53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One Section Slide">
  <p:cSld name="2_One Section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99016" y="575019"/>
            <a:ext cx="4876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5" name="Google Shape;25;p4"/>
          <p:cNvSpPr>
            <a:spLocks noGrp="1"/>
          </p:cNvSpPr>
          <p:nvPr>
            <p:ph type="pic" idx="2"/>
          </p:nvPr>
        </p:nvSpPr>
        <p:spPr>
          <a:xfrm>
            <a:off x="5783793" y="0"/>
            <a:ext cx="5798607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594733" y="3072977"/>
            <a:ext cx="4631139" cy="3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3"/>
          </p:nvPr>
        </p:nvSpPr>
        <p:spPr>
          <a:xfrm>
            <a:off x="594733" y="2656167"/>
            <a:ext cx="4634868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 sz="1250" b="1"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 type="vertTx">
  <p:cSld name="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olo e testo verticale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body" idx="3"/>
          </p:nvPr>
        </p:nvSpPr>
        <p:spPr>
          <a:xfrm>
            <a:off x="594733" y="2656167"/>
            <a:ext cx="4634868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>
            <a:off x="594733" y="3072977"/>
            <a:ext cx="4631139" cy="3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>
            <a:off x="599016" y="575019"/>
            <a:ext cx="4876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endParaRPr/>
          </a:p>
        </p:txBody>
      </p:sp>
      <p:pic>
        <p:nvPicPr>
          <p:cNvPr id="83" name="Google Shape;83;p12" descr="Immagine che contiene Terra, pianeta, Spazio esterno, Oggetto astronomico  Descrizione generat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21393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2"/>
          <p:cNvPicPr preferRelativeResize="0"/>
          <p:nvPr/>
        </p:nvPicPr>
        <p:blipFill rotWithShape="1">
          <a:blip r:embed="rId4">
            <a:alphaModFix/>
          </a:blip>
          <a:srcRect l="23220" t="31843" r="21467" b="39024"/>
          <a:stretch/>
        </p:blipFill>
        <p:spPr>
          <a:xfrm>
            <a:off x="859924" y="759802"/>
            <a:ext cx="3633251" cy="132555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/>
        </p:nvSpPr>
        <p:spPr>
          <a:xfrm>
            <a:off x="96000" y="2518500"/>
            <a:ext cx="98577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7566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it-IT" sz="45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CMCC/NorESM collaboration CMCC-ESM3 development update</a:t>
            </a:r>
            <a:endParaRPr sz="45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2"/>
          <p:cNvSpPr txBox="1"/>
          <p:nvPr/>
        </p:nvSpPr>
        <p:spPr>
          <a:xfrm>
            <a:off x="125683" y="5928664"/>
            <a:ext cx="261157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7566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www.cmcc.it</a:t>
            </a:r>
            <a:endParaRPr sz="2000" b="1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" name="Google Shape;87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00811" y="5908084"/>
            <a:ext cx="1047472" cy="50121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2"/>
          <p:cNvSpPr txBox="1"/>
          <p:nvPr/>
        </p:nvSpPr>
        <p:spPr>
          <a:xfrm>
            <a:off x="599023" y="4210972"/>
            <a:ext cx="65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it-IT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Silvio Gualdi on behalf of CMCC ESM Team</a:t>
            </a:r>
            <a:endParaRPr sz="260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2"/>
          <p:cNvSpPr txBox="1"/>
          <p:nvPr/>
        </p:nvSpPr>
        <p:spPr>
          <a:xfrm>
            <a:off x="8177749" y="5201800"/>
            <a:ext cx="3633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it-IT" sz="2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online 18-09-2026</a:t>
            </a:r>
            <a:endParaRPr sz="28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274" y="0"/>
            <a:ext cx="12203273" cy="1025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672531" y="361025"/>
            <a:ext cx="8743800" cy="5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 sz="3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CMCC AR7-FT Data Request (1)</a:t>
            </a:r>
            <a:endParaRPr sz="3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-151579" y="1019517"/>
            <a:ext cx="124839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-11274" y="6786545"/>
            <a:ext cx="12203400" cy="89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25" descr="Immagine che contiene Carattere, Elementi grafici, logo, simbolo  Descrizione generat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27799" y="207657"/>
            <a:ext cx="1978358" cy="67542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775175" y="1633875"/>
            <a:ext cx="96732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Summary on selected opportunities, group of variable selection criteria</a:t>
            </a: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report on total variables</a:t>
            </a: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volumes</a:t>
            </a: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274" y="0"/>
            <a:ext cx="12203273" cy="1025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6"/>
          <p:cNvSpPr txBox="1"/>
          <p:nvPr/>
        </p:nvSpPr>
        <p:spPr>
          <a:xfrm>
            <a:off x="672531" y="361025"/>
            <a:ext cx="8743800" cy="5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 sz="3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CMCC AR7-FT Data Request (2)</a:t>
            </a:r>
            <a:endParaRPr sz="3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-151579" y="1019517"/>
            <a:ext cx="124839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-11274" y="6786545"/>
            <a:ext cx="12203400" cy="89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26" descr="Immagine che contiene Carattere, Elementi grafici, logo, simbolo  Descrizione generat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27799" y="207657"/>
            <a:ext cx="1978358" cy="67542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 txBox="1"/>
          <p:nvPr/>
        </p:nvSpPr>
        <p:spPr>
          <a:xfrm>
            <a:off x="775175" y="1633875"/>
            <a:ext cx="96732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Summary on selected opportunities, group of variable selection criteria</a:t>
            </a: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report on total variables</a:t>
            </a: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volumes</a:t>
            </a: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0" descr="Immagine che contiene Terra, pianeta, Spazio esterno, Oggetto astronomico  Descrizione generat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2290"/>
            <a:ext cx="12213931" cy="68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62966" y="464098"/>
            <a:ext cx="7389595" cy="5118584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0"/>
          <p:cNvSpPr txBox="1"/>
          <p:nvPr/>
        </p:nvSpPr>
        <p:spPr>
          <a:xfrm>
            <a:off x="4551973" y="3505546"/>
            <a:ext cx="261157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7566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www.cmcc.it</a:t>
            </a:r>
            <a:endParaRPr sz="2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1920" y="3997787"/>
            <a:ext cx="751684" cy="359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Macintosh PowerPoint</Application>
  <PresentationFormat>Widescreen</PresentationFormat>
  <Paragraphs>15</Paragraphs>
  <Slides>4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9" baseType="lpstr">
      <vt:lpstr>Calibri</vt:lpstr>
      <vt:lpstr>Roboto</vt:lpstr>
      <vt:lpstr>Montserrat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Giovanni Conti</cp:lastModifiedBy>
  <cp:revision>1</cp:revision>
  <dcterms:modified xsi:type="dcterms:W3CDTF">2026-09-15T07:03:17Z</dcterms:modified>
</cp:coreProperties>
</file>